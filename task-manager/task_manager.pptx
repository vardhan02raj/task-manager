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665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AFF45"/>
          </a:solidFill>
          <a:ln w="12700">
            <a:solidFill>
              <a:srgbClr val="AAF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 smtClean="0">
                <a:solidFill>
                  <a:srgbClr val="FFFFFF"/>
                </a:solidFill>
                <a:latin typeface="Arial Black" pitchFamily="34" charset="0"/>
              </a:rPr>
              <a:t>Task Manager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REST API + UI — Simple Task Manager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</a:rPr>
              <a:t>Full Stack Development Project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4389120"/>
            <a:ext cx="2743200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AAFF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FF45"/>
                </a:solidFill>
              </a:rPr>
              <a:t>FSD Assignment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AFF45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Build a Basic Task Manager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CCCCC"/>
                </a:solidFill>
              </a:rPr>
              <a:t>Where users can create, update, delete, and mark tasks as completed.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2651760" cy="1371600"/>
          </a:xfrm>
          <a:prstGeom prst="rect">
            <a:avLst/>
          </a:prstGeom>
          <a:solidFill>
            <a:srgbClr val="1A1A1A"/>
          </a:solidFill>
          <a:ln w="25400">
            <a:solidFill>
              <a:srgbClr val="AAFF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011680"/>
            <a:ext cx="2651760" cy="73152"/>
          </a:xfrm>
          <a:prstGeom prst="rect">
            <a:avLst/>
          </a:prstGeom>
          <a:solidFill>
            <a:srgbClr val="AAFF45"/>
          </a:solidFill>
          <a:ln w="12700">
            <a:solidFill>
              <a:srgbClr val="AAFF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Backend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REST API with full CRUD operations for tasks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011680"/>
            <a:ext cx="2651760" cy="1371600"/>
          </a:xfrm>
          <a:prstGeom prst="rect">
            <a:avLst/>
          </a:prstGeom>
          <a:solidFill>
            <a:srgbClr val="1A1A1A"/>
          </a:solidFill>
          <a:ln w="25400">
            <a:solidFill>
              <a:srgbClr val="3DD6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011680"/>
            <a:ext cx="2651760" cy="73152"/>
          </a:xfrm>
          <a:prstGeom prst="rect">
            <a:avLst/>
          </a:prstGeom>
          <a:solidFill>
            <a:srgbClr val="3DD6C0"/>
          </a:solidFill>
          <a:ln w="12700">
            <a:solidFill>
              <a:srgbClr val="3DD6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Fields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25146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title · description · status · created_at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2011680"/>
            <a:ext cx="2651760" cy="1371600"/>
          </a:xfrm>
          <a:prstGeom prst="rect">
            <a:avLst/>
          </a:prstGeom>
          <a:solidFill>
            <a:srgbClr val="1A1A1A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2011680"/>
            <a:ext cx="265176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Frontend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2200" y="25146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List tasks + Add task + Toggle Complete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FF45"/>
                </a:solidFill>
              </a:rPr>
              <a:t>Deliverables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" y="3977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</a:rPr>
              <a:t>Working UI connected to backend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</a:rPr>
              <a:t>API endpoints documented (Postman / README)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</a:rPr>
              <a:t>Basic validation — no empty title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AFF45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3931920"/>
          </a:xfrm>
          <a:prstGeom prst="rect">
            <a:avLst/>
          </a:prstGeom>
          <a:solidFill>
            <a:srgbClr val="1A1A1A"/>
          </a:solidFill>
          <a:ln w="19050">
            <a:solidFill>
              <a:srgbClr val="AAFF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651760" cy="457200"/>
          </a:xfrm>
          <a:prstGeom prst="rect">
            <a:avLst/>
          </a:prstGeom>
          <a:solidFill>
            <a:srgbClr val="AAFF45"/>
          </a:solidFill>
          <a:ln w="12700">
            <a:solidFill>
              <a:srgbClr val="AAFF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</a:rPr>
              <a:t>Frontend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4" cy="54864"/>
          </a:xfrm>
          <a:prstGeom prst="rect">
            <a:avLst/>
          </a:prstGeom>
          <a:solidFill>
            <a:srgbClr val="AAFF45"/>
          </a:solidFill>
          <a:ln w="12700">
            <a:solidFill>
              <a:srgbClr val="AAFF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441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React.js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54864" cy="54864"/>
          </a:xfrm>
          <a:prstGeom prst="rect">
            <a:avLst/>
          </a:prstGeom>
          <a:solidFill>
            <a:srgbClr val="AAFF45"/>
          </a:solidFill>
          <a:ln w="12700">
            <a:solidFill>
              <a:srgbClr val="AAFF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928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HTML5 / CSS3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54864" cy="54864"/>
          </a:xfrm>
          <a:prstGeom prst="rect">
            <a:avLst/>
          </a:prstGeom>
          <a:solidFill>
            <a:srgbClr val="AAFF45"/>
          </a:solidFill>
          <a:ln w="12700">
            <a:solidFill>
              <a:srgbClr val="AAFF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414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JavaScript (ES6+)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54864" cy="54864"/>
          </a:xfrm>
          <a:prstGeom prst="rect">
            <a:avLst/>
          </a:prstGeom>
          <a:solidFill>
            <a:srgbClr val="AAFF45"/>
          </a:solidFill>
          <a:ln w="12700">
            <a:solidFill>
              <a:srgbClr val="AAFF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90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Fetch 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54864" cy="54864"/>
          </a:xfrm>
          <a:prstGeom prst="rect">
            <a:avLst/>
          </a:prstGeom>
          <a:solidFill>
            <a:srgbClr val="AAFF45"/>
          </a:solidFill>
          <a:ln w="12700">
            <a:solidFill>
              <a:srgbClr val="AAFF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387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Responsive Design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822960"/>
            <a:ext cx="2651760" cy="3931920"/>
          </a:xfrm>
          <a:prstGeom prst="rect">
            <a:avLst/>
          </a:prstGeom>
          <a:solidFill>
            <a:srgbClr val="1A1A1A"/>
          </a:solidFill>
          <a:ln w="19050">
            <a:solidFill>
              <a:srgbClr val="3DD6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822960"/>
            <a:ext cx="2651760" cy="457200"/>
          </a:xfrm>
          <a:prstGeom prst="rect">
            <a:avLst/>
          </a:prstGeom>
          <a:solidFill>
            <a:srgbClr val="3DD6C0"/>
          </a:solidFill>
          <a:ln w="12700">
            <a:solidFill>
              <a:srgbClr val="3DD6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822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</a:rPr>
              <a:t>Backend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37560" y="1417320"/>
            <a:ext cx="54864" cy="54864"/>
          </a:xfrm>
          <a:prstGeom prst="rect">
            <a:avLst/>
          </a:prstGeom>
          <a:solidFill>
            <a:srgbClr val="3DD6C0"/>
          </a:solidFill>
          <a:ln w="12700">
            <a:solidFill>
              <a:srgbClr val="3DD6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3441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Node.js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37560" y="1965960"/>
            <a:ext cx="54864" cy="54864"/>
          </a:xfrm>
          <a:prstGeom prst="rect">
            <a:avLst/>
          </a:prstGeom>
          <a:solidFill>
            <a:srgbClr val="3DD6C0"/>
          </a:solidFill>
          <a:ln w="12700">
            <a:solidFill>
              <a:srgbClr val="3DD6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8928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Express.js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2514600"/>
            <a:ext cx="54864" cy="54864"/>
          </a:xfrm>
          <a:prstGeom prst="rect">
            <a:avLst/>
          </a:prstGeom>
          <a:solidFill>
            <a:srgbClr val="3DD6C0"/>
          </a:solidFill>
          <a:ln w="12700">
            <a:solidFill>
              <a:srgbClr val="3DD6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4414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REST API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37560" y="3063240"/>
            <a:ext cx="54864" cy="54864"/>
          </a:xfrm>
          <a:prstGeom prst="rect">
            <a:avLst/>
          </a:prstGeom>
          <a:solidFill>
            <a:srgbClr val="3DD6C0"/>
          </a:solidFill>
          <a:ln w="12700">
            <a:solidFill>
              <a:srgbClr val="3DD6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990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CRUD Operations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37560" y="3611880"/>
            <a:ext cx="54864" cy="54864"/>
          </a:xfrm>
          <a:prstGeom prst="rect">
            <a:avLst/>
          </a:prstGeom>
          <a:solidFill>
            <a:srgbClr val="3DD6C0"/>
          </a:solidFill>
          <a:ln w="12700">
            <a:solidFill>
              <a:srgbClr val="3DD6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35387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Input Validation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822960"/>
            <a:ext cx="2651760" cy="3931920"/>
          </a:xfrm>
          <a:prstGeom prst="rect">
            <a:avLst/>
          </a:prstGeom>
          <a:solidFill>
            <a:srgbClr val="1A1A1A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822960"/>
            <a:ext cx="265176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822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</a:rPr>
              <a:t>Storage &amp; Tools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17920" y="1417320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3441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JSON / In-memory DB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1965960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18928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Postman (API testing)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2514600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24414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Git &amp; GitHub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3063240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990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VS Code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17920" y="3611880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5387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README docs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AFF45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2103120" cy="1188720"/>
          </a:xfrm>
          <a:prstGeom prst="rect">
            <a:avLst/>
          </a:prstGeom>
          <a:solidFill>
            <a:srgbClr val="1A1A1A"/>
          </a:solidFill>
          <a:ln w="25400">
            <a:solidFill>
              <a:srgbClr val="AAFF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FF45"/>
                </a:solidFill>
              </a:rPr>
              <a:t>User Browser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React UI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828800"/>
            <a:ext cx="2103120" cy="1188720"/>
          </a:xfrm>
          <a:prstGeom prst="rect">
            <a:avLst/>
          </a:prstGeom>
          <a:solidFill>
            <a:srgbClr val="1A1A1A"/>
          </a:solidFill>
          <a:ln w="25400">
            <a:solidFill>
              <a:srgbClr val="3DD6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D6C0"/>
                </a:solidFill>
              </a:rPr>
              <a:t>REST API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Express.js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1828800"/>
            <a:ext cx="2103120" cy="1188720"/>
          </a:xfrm>
          <a:prstGeom prst="rect">
            <a:avLst/>
          </a:prstGeom>
          <a:solidFill>
            <a:srgbClr val="1A1A1A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</a:rPr>
              <a:t>Data Store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JSON / DB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77440" y="2423160"/>
            <a:ext cx="1097280" cy="0"/>
          </a:xfrm>
          <a:prstGeom prst="line">
            <a:avLst/>
          </a:prstGeom>
          <a:noFill/>
          <a:ln w="25400">
            <a:solidFill>
              <a:srgbClr val="AAFF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148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FF45"/>
                </a:solidFill>
              </a:rPr>
              <a:t>HTTP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2423160"/>
            <a:ext cx="1097280" cy="0"/>
          </a:xfrm>
          <a:prstGeom prst="line">
            <a:avLst/>
          </a:prstGeom>
          <a:noFill/>
          <a:ln w="25400">
            <a:solidFill>
              <a:srgbClr val="3DD6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D6C0"/>
                </a:solidFill>
              </a:rPr>
              <a:t>Read/Write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AFF45"/>
                </a:solidFill>
              </a:rPr>
              <a:t>API Endpoints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4023360" cy="256032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D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/tasks         — List all tasks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95928"/>
            <a:ext cx="4023360" cy="256032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959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D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/tasks         — Create new task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288536"/>
            <a:ext cx="4023360" cy="256032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885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D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  /tasks/:id     — Update a task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581144"/>
            <a:ext cx="4023360" cy="256032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5811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D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/tasks/:id     — Delete a task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Task Model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9200" y="3703320"/>
            <a:ext cx="3749040" cy="118872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7490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string (required)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4023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string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42976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todo | in-progress | done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45720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created_at: Date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AFF45"/>
                </a:solidFill>
              </a:rPr>
              <a:t>UI OUTPUT — LIVE DEMO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78890" y="749808"/>
            <a:ext cx="5586219" cy="4078224"/>
          </a:xfrm>
          <a:prstGeom prst="rect">
            <a:avLst/>
          </a:prstGeom>
          <a:solidFill>
            <a:srgbClr val="AAFF45">
              <a:alpha val="20000"/>
            </a:srgbClr>
          </a:solidFill>
          <a:ln w="19050">
            <a:solidFill>
              <a:srgbClr val="AAFF45"/>
            </a:solidFill>
            <a:prstDash val="solid"/>
          </a:ln>
        </p:spPr>
      </p:sp>
      <p:pic>
        <p:nvPicPr>
          <p:cNvPr id="5" name="Image 0" descr="/home/claude/ui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042" y="822960"/>
            <a:ext cx="5439915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92024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754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Stats Dashboard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60320" y="4754880"/>
            <a:ext cx="192024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3DD6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0" y="4754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6C0"/>
                </a:solidFill>
              </a:rPr>
              <a:t>Search &amp; Filter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4754880"/>
            <a:ext cx="192024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4754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Task Cards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766560" y="4754880"/>
            <a:ext cx="192024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AAFF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0" y="4754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AFF45"/>
                </a:solidFill>
              </a:rPr>
              <a:t>+ New Task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AFF45"/>
                </a:solidFill>
              </a:rPr>
              <a:t>UI FEATURES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1920240"/>
          </a:xfrm>
          <a:prstGeom prst="rect">
            <a:avLst/>
          </a:prstGeom>
          <a:solidFill>
            <a:srgbClr val="1A1A1A"/>
          </a:solidFill>
          <a:ln w="19050">
            <a:solidFill>
              <a:srgbClr val="AAFF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73152"/>
          </a:xfrm>
          <a:prstGeom prst="rect">
            <a:avLst/>
          </a:prstGeom>
          <a:solidFill>
            <a:srgbClr val="AAFF45"/>
          </a:solidFill>
          <a:ln w="12700">
            <a:solidFill>
              <a:srgbClr val="AAFF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AFF45"/>
                </a:solidFill>
              </a:rPr>
              <a:t>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Add Task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Form with title, description, and status. Title validation prevents empty submission.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14800" cy="1920240"/>
          </a:xfrm>
          <a:prstGeom prst="rect">
            <a:avLst/>
          </a:prstGeom>
          <a:solidFill>
            <a:srgbClr val="1A1A1A"/>
          </a:solidFill>
          <a:ln w="19050">
            <a:solidFill>
              <a:srgbClr val="3DD6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4114800" cy="73152"/>
          </a:xfrm>
          <a:prstGeom prst="rect">
            <a:avLst/>
          </a:prstGeom>
          <a:solidFill>
            <a:srgbClr val="3DD6C0"/>
          </a:solidFill>
          <a:ln w="12700">
            <a:solidFill>
              <a:srgbClr val="3DD6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D6C0"/>
                </a:solidFill>
              </a:rPr>
              <a:t>▶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0680" y="1005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Start / Progress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Start button moves task from To Do → In Progress instantly.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14800" cy="1920240"/>
          </a:xfrm>
          <a:prstGeom prst="rect">
            <a:avLst/>
          </a:prstGeom>
          <a:solidFill>
            <a:srgbClr val="1A1A1A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80360"/>
            <a:ext cx="41148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</a:rPr>
              <a:t>✎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3063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Edit / Delete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35661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Edit (pencil) and delete (×) buttons on each card for quick management.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114800" cy="192024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8036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⌕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40680" y="3063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Search &amp; Filter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5661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Live search bar + status filter tabs: All · To Do · In Progress · Done.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9144000" cy="91440"/>
          </a:xfrm>
          <a:prstGeom prst="rect">
            <a:avLst/>
          </a:prstGeom>
          <a:solidFill>
            <a:srgbClr val="AAFF45"/>
          </a:solidFill>
          <a:ln w="12700">
            <a:solidFill>
              <a:srgbClr val="AAFF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</a:t>
            </a:r>
            <a:r>
              <a:rPr lang="en-US" sz="5200" b="1" dirty="0">
                <a:solidFill>
                  <a:srgbClr val="AAFF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board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</a:rPr>
              <a:t>Project Summary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41148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468880"/>
            <a:ext cx="1371600" cy="640080"/>
          </a:xfrm>
          <a:prstGeom prst="rect">
            <a:avLst/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68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FF45"/>
                </a:solidFill>
              </a:rPr>
              <a:t>Type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2468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Full Stack Web 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468880"/>
            <a:ext cx="41148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468880"/>
            <a:ext cx="1371600" cy="640080"/>
          </a:xfrm>
          <a:prstGeom prst="rect">
            <a:avLst/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468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FF45"/>
                </a:solidFill>
              </a:rPr>
              <a:t>Backend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2468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Node.js + Express REST API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41148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246120"/>
            <a:ext cx="1371600" cy="640080"/>
          </a:xfrm>
          <a:prstGeom prst="rect">
            <a:avLst/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461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FF45"/>
                </a:solidFill>
              </a:rPr>
              <a:t>Frontend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React.js SPA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246120"/>
            <a:ext cx="41148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246120"/>
            <a:ext cx="1371600" cy="640080"/>
          </a:xfrm>
          <a:prstGeom prst="rect">
            <a:avLst/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2461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FF45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Create · Read · Update · Delete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4023360"/>
            <a:ext cx="41148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4023360"/>
            <a:ext cx="1371600" cy="640080"/>
          </a:xfrm>
          <a:prstGeom prst="rect">
            <a:avLst/>
          </a:prstGeom>
          <a:solidFill>
            <a:srgbClr val="17171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40233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FF45"/>
                </a:solidFill>
              </a:rPr>
              <a:t>Docs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Postman collection + README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329</Words>
  <Application>Microsoft Office PowerPoint</Application>
  <PresentationFormat>On-screen Show (16:9)</PresentationFormat>
  <Paragraphs>92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TaskBoard - Simple Task Manager</dc:title>
  <dc:subject>PptxGenJS Presentation</dc:subject>
  <dc:creator>PptxGenJS</dc:creator>
  <cp:lastModifiedBy>Windows User</cp:lastModifiedBy>
  <cp:revision>3</cp:revision>
  <dcterms:created xsi:type="dcterms:W3CDTF">2026-03-20T08:42:07Z</dcterms:created>
  <dcterms:modified xsi:type="dcterms:W3CDTF">2026-03-20T08:54:31Z</dcterms:modified>
</cp:coreProperties>
</file>